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2BF6-7E2D-B399-167A-A8B27972D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9C7A6-5FA8-8418-0677-535F59691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4DD2B-DDDF-C437-1C73-2FDD6E2A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84E71-E74E-18D6-58C1-59EC2069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DDFBF-D08F-93F6-5187-88C593A1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7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60DC-4E31-BBAB-5529-8A43985C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C180-AA9D-1D4A-2697-C1AEA75A9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FF0C5-F120-86E9-C945-77587A2E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12001-01C0-4E6E-BF79-D401DEB8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AFC6C-4A90-FD3C-59E2-5DCB4E56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1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DEDD-4B2D-1B4C-9D97-48BCC5C7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7EA82-BE32-A79F-0032-37D1DFE80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C92D3-A65B-6408-E934-57DEACA8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DBCC0-E4F4-8791-5B56-1E9B08B3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FC6BD-050C-B53F-7CA5-30949EFE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7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3BDD-EF2F-8414-23AC-70063163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9B71-23DC-C65C-BEC1-1F63E0C38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6FC66-D27F-8EB7-36DF-87C5430BD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5C328-491B-CADF-EDDA-DFC98391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01F6B-D62C-FA75-A27F-26C0235A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C5F41-7DD0-CB33-ADD4-0A5991E3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9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826D-FFD6-4A0C-49B2-FEFF8B7A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CB9F5-2349-684D-BA63-D9A812A0E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583C4-89BE-79D5-0CD6-6EB249034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ED980-F933-27A9-B3FD-929D17A9D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7E821-DBA6-CD58-3C62-979355514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174D31-3E02-9164-7AEC-8B29FE55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6F4CE-A012-5FD0-8193-259B18F3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07ADF0-4E9E-25E4-AE84-FD5F7998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2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F525-C1B2-B3DC-90AF-35B0B6BC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06749-086E-6BAC-E20A-F193B19CC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F512B-D2CB-97A1-705E-CE7DF38D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BE700-959E-3311-02E0-BCCDEDDA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9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7C454-F12F-98E0-1017-7F54DCAFC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36687-9BC8-D5A6-66ED-2D21CC72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E4668-8906-A7B2-5D85-4E5AA2B6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48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01BD-4CF4-A51C-A340-F268D99B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D77D-53D0-F4A2-D0E5-A36A2B2A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E3CC5-15AE-FD1E-C1C4-AF7A58935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25DE3-8D04-7111-155C-EB99CADE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5834B-1BE2-92C5-8659-34D650C4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9BCB3-7D80-D3F1-21D4-CF4B46E1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3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59BD-FF60-ED59-6B26-0CB7C727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F7584-AFEB-43C7-E638-3D6019F5C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00137-3459-B132-BB32-5A338BC52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9BC4F-0289-D53C-DA1C-A933110A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49669-F160-9780-AA20-7F778B13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3DDDB-F57F-3C6B-0129-16998B4E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3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F527-A198-4C05-58BB-A0939A0B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A02FA-3ED7-D3F8-0DA1-F628F960E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F881-F06E-32BD-9331-5913695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A40D-A93A-5854-06AA-B09D92E7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9310B-824C-EAE8-853E-EE6C823C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3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32A37B-64DF-21E2-3A5B-07C5ABD49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CEED8-4ECD-3C07-C94D-738C05D8A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45F95-2198-676E-9518-FC14D166A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9871C-4663-E395-E3B2-50007727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75E93-600E-3197-BA91-828AB9E6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4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9D1D3B-FC19-9C2A-26F2-48237B7B0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4435-324E-B705-E16C-DA938733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D6957-200F-B6AD-69CD-23EC4A74C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9FA35-EAAB-4F95-A8FE-26E548DB9A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2C8AE-95DE-8D97-68EF-2868ED079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3CC2E-E1F5-973B-BBFF-25495C8AA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1F279-5138-44BB-859A-CCABC8F4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5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ED6593-2C76-B144-9FCE-2F9FC81221CD}"/>
              </a:ext>
            </a:extLst>
          </p:cNvPr>
          <p:cNvSpPr/>
          <p:nvPr/>
        </p:nvSpPr>
        <p:spPr>
          <a:xfrm>
            <a:off x="1012723" y="1892705"/>
            <a:ext cx="1248696" cy="688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Run_workflow.sh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3C486-5553-59BC-8B4D-837E677CC511}"/>
              </a:ext>
            </a:extLst>
          </p:cNvPr>
          <p:cNvSpPr/>
          <p:nvPr/>
        </p:nvSpPr>
        <p:spPr>
          <a:xfrm>
            <a:off x="2981631" y="1823882"/>
            <a:ext cx="1455175" cy="835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training data  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0B66C5B-5E63-AC3B-D2F7-4F276108D933}"/>
              </a:ext>
            </a:extLst>
          </p:cNvPr>
          <p:cNvSpPr/>
          <p:nvPr/>
        </p:nvSpPr>
        <p:spPr>
          <a:xfrm>
            <a:off x="5117687" y="953725"/>
            <a:ext cx="1995949" cy="167148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Retrain Model?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D3AC71-5EF1-8FC8-8CFA-164E594279CA}"/>
              </a:ext>
            </a:extLst>
          </p:cNvPr>
          <p:cNvSpPr/>
          <p:nvPr/>
        </p:nvSpPr>
        <p:spPr>
          <a:xfrm>
            <a:off x="7578213" y="565350"/>
            <a:ext cx="1597741" cy="688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 </a:t>
            </a:r>
            <a:r>
              <a:rPr lang="en-US" dirty="0" err="1"/>
              <a:t>saved_model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96548-F382-683E-8A00-95E105B30376}"/>
              </a:ext>
            </a:extLst>
          </p:cNvPr>
          <p:cNvSpPr/>
          <p:nvPr/>
        </p:nvSpPr>
        <p:spPr>
          <a:xfrm>
            <a:off x="7612628" y="2396612"/>
            <a:ext cx="1597741" cy="688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saved_model</a:t>
            </a:r>
            <a:endParaRPr lang="en-US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C791A4E-D470-CFC4-B9CA-B701D3F36E97}"/>
              </a:ext>
            </a:extLst>
          </p:cNvPr>
          <p:cNvSpPr/>
          <p:nvPr/>
        </p:nvSpPr>
        <p:spPr>
          <a:xfrm>
            <a:off x="9790475" y="1027476"/>
            <a:ext cx="1995949" cy="167148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Validate Model?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12842E-38B5-7C20-4689-010342940D2F}"/>
              </a:ext>
            </a:extLst>
          </p:cNvPr>
          <p:cNvSpPr/>
          <p:nvPr/>
        </p:nvSpPr>
        <p:spPr>
          <a:xfrm>
            <a:off x="10289462" y="4628763"/>
            <a:ext cx="1597741" cy="688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Plot Results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9FF030-D782-3EF8-7636-2C4B16DE3A86}"/>
              </a:ext>
            </a:extLst>
          </p:cNvPr>
          <p:cNvSpPr/>
          <p:nvPr/>
        </p:nvSpPr>
        <p:spPr>
          <a:xfrm>
            <a:off x="8342671" y="3588778"/>
            <a:ext cx="1597741" cy="688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Metrics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E2D93B-7577-E050-7C9B-2AD2E96CB350}"/>
              </a:ext>
            </a:extLst>
          </p:cNvPr>
          <p:cNvSpPr/>
          <p:nvPr/>
        </p:nvSpPr>
        <p:spPr>
          <a:xfrm>
            <a:off x="8657293" y="5602925"/>
            <a:ext cx="1425678" cy="11405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0768F3AA-6153-2F69-57DC-C7903A2B2A48}"/>
              </a:ext>
            </a:extLst>
          </p:cNvPr>
          <p:cNvSpPr/>
          <p:nvPr/>
        </p:nvSpPr>
        <p:spPr>
          <a:xfrm>
            <a:off x="2590799" y="177349"/>
            <a:ext cx="2271252" cy="91440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HydroFrame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978EA6-1F4B-9D5C-541C-3C8A45642923}"/>
              </a:ext>
            </a:extLst>
          </p:cNvPr>
          <p:cNvSpPr/>
          <p:nvPr/>
        </p:nvSpPr>
        <p:spPr>
          <a:xfrm>
            <a:off x="363794" y="4788311"/>
            <a:ext cx="7108721" cy="19467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0AF1827-B5E3-1BF8-B8E9-1A8EFF9C8AEE}"/>
              </a:ext>
            </a:extLst>
          </p:cNvPr>
          <p:cNvSpPr/>
          <p:nvPr/>
        </p:nvSpPr>
        <p:spPr>
          <a:xfrm>
            <a:off x="1332274" y="4908981"/>
            <a:ext cx="403122" cy="40804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99770E-71FC-BAB2-24B7-A187A04EA6DC}"/>
              </a:ext>
            </a:extLst>
          </p:cNvPr>
          <p:cNvSpPr/>
          <p:nvPr/>
        </p:nvSpPr>
        <p:spPr>
          <a:xfrm>
            <a:off x="1174957" y="5916564"/>
            <a:ext cx="717755" cy="390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0B7C65-3E04-4779-1A57-0516CDB8F35D}"/>
              </a:ext>
            </a:extLst>
          </p:cNvPr>
          <p:cNvSpPr/>
          <p:nvPr/>
        </p:nvSpPr>
        <p:spPr>
          <a:xfrm>
            <a:off x="3165987" y="4968978"/>
            <a:ext cx="683342" cy="3957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loud 19">
            <a:extLst>
              <a:ext uri="{FF2B5EF4-FFF2-40B4-BE49-F238E27FC236}">
                <a16:creationId xmlns:a16="http://schemas.microsoft.com/office/drawing/2014/main" id="{D666796C-99AC-9156-B860-22EDA1A3DB9A}"/>
              </a:ext>
            </a:extLst>
          </p:cNvPr>
          <p:cNvSpPr/>
          <p:nvPr/>
        </p:nvSpPr>
        <p:spPr>
          <a:xfrm>
            <a:off x="3185650" y="6019798"/>
            <a:ext cx="717755" cy="30234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3E3022-3C74-02FB-3D6C-4FADA56EEF57}"/>
              </a:ext>
            </a:extLst>
          </p:cNvPr>
          <p:cNvSpPr txBox="1"/>
          <p:nvPr/>
        </p:nvSpPr>
        <p:spPr>
          <a:xfrm>
            <a:off x="1096296" y="6353710"/>
            <a:ext cx="199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Executable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901BF4-4DA9-C475-1574-FC61DCAA1AA3}"/>
              </a:ext>
            </a:extLst>
          </p:cNvPr>
          <p:cNvSpPr txBox="1"/>
          <p:nvPr/>
        </p:nvSpPr>
        <p:spPr>
          <a:xfrm>
            <a:off x="3143868" y="5484554"/>
            <a:ext cx="199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Terminus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87F92D-1D9E-14A7-542E-642307F39716}"/>
              </a:ext>
            </a:extLst>
          </p:cNvPr>
          <p:cNvSpPr txBox="1"/>
          <p:nvPr/>
        </p:nvSpPr>
        <p:spPr>
          <a:xfrm>
            <a:off x="796413" y="5442534"/>
            <a:ext cx="1995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defined options in shell script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F5203C-BF71-BB55-DEBF-D872A50DF7EC}"/>
              </a:ext>
            </a:extLst>
          </p:cNvPr>
          <p:cNvSpPr txBox="1"/>
          <p:nvPr/>
        </p:nvSpPr>
        <p:spPr>
          <a:xfrm>
            <a:off x="3043079" y="6371793"/>
            <a:ext cx="199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External Access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46D97B6D-ABFE-7A31-6F04-8EC7D4991874}"/>
              </a:ext>
            </a:extLst>
          </p:cNvPr>
          <p:cNvSpPr/>
          <p:nvPr/>
        </p:nvSpPr>
        <p:spPr>
          <a:xfrm>
            <a:off x="5043947" y="3429000"/>
            <a:ext cx="997975" cy="9779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DF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96E94D89-CE91-3B96-7DB9-BE8FA9D262BB}"/>
              </a:ext>
            </a:extLst>
          </p:cNvPr>
          <p:cNvSpPr/>
          <p:nvPr/>
        </p:nvSpPr>
        <p:spPr>
          <a:xfrm>
            <a:off x="5220930" y="4908981"/>
            <a:ext cx="619433" cy="59711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69788A-51AE-A7D5-0E0C-BBF51CBADF0D}"/>
              </a:ext>
            </a:extLst>
          </p:cNvPr>
          <p:cNvSpPr txBox="1"/>
          <p:nvPr/>
        </p:nvSpPr>
        <p:spPr>
          <a:xfrm>
            <a:off x="4654345" y="5544930"/>
            <a:ext cx="199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for training and testing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CCA89EB-5958-9B22-2C05-6282BECD5A9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637071" y="1278193"/>
            <a:ext cx="0" cy="61451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>
            <a:extLst>
              <a:ext uri="{FF2B5EF4-FFF2-40B4-BE49-F238E27FC236}">
                <a16:creationId xmlns:a16="http://schemas.microsoft.com/office/drawing/2014/main" id="{7D01A0ED-AB68-9B00-4D16-7B72DAA802AD}"/>
              </a:ext>
            </a:extLst>
          </p:cNvPr>
          <p:cNvSpPr/>
          <p:nvPr/>
        </p:nvSpPr>
        <p:spPr>
          <a:xfrm>
            <a:off x="818533" y="57566"/>
            <a:ext cx="1637075" cy="123886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 and Pin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4269C231-C617-7FDC-B886-95D62DBCDF8A}"/>
              </a:ext>
            </a:extLst>
          </p:cNvPr>
          <p:cNvSpPr/>
          <p:nvPr/>
        </p:nvSpPr>
        <p:spPr>
          <a:xfrm>
            <a:off x="5321710" y="5891485"/>
            <a:ext cx="518653" cy="38702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B8DDBD-0C91-932D-0609-C38A318355D3}"/>
              </a:ext>
            </a:extLst>
          </p:cNvPr>
          <p:cNvSpPr txBox="1"/>
          <p:nvPr/>
        </p:nvSpPr>
        <p:spPr>
          <a:xfrm>
            <a:off x="4989862" y="6318945"/>
            <a:ext cx="199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Active User Input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29F730-D8EF-8D89-5B81-B6816E68C7F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261419" y="2236835"/>
            <a:ext cx="720212" cy="4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EFAB3E7-AA1D-6A1E-91D5-EA76A9A55C2E}"/>
              </a:ext>
            </a:extLst>
          </p:cNvPr>
          <p:cNvCxnSpPr>
            <a:stCxn id="14" idx="1"/>
            <a:endCxn id="6" idx="0"/>
          </p:cNvCxnSpPr>
          <p:nvPr/>
        </p:nvCxnSpPr>
        <p:spPr>
          <a:xfrm flipH="1">
            <a:off x="3709219" y="1090776"/>
            <a:ext cx="17206" cy="7331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4B5B2D-A989-1CBC-2BDB-5689ABDD4E0D}"/>
              </a:ext>
            </a:extLst>
          </p:cNvPr>
          <p:cNvCxnSpPr>
            <a:stCxn id="6" idx="3"/>
          </p:cNvCxnSpPr>
          <p:nvPr/>
        </p:nvCxnSpPr>
        <p:spPr>
          <a:xfrm flipV="1">
            <a:off x="4436806" y="2236834"/>
            <a:ext cx="884904" cy="4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CA9B139-98AD-BF68-FE5E-6DEE48440E92}"/>
              </a:ext>
            </a:extLst>
          </p:cNvPr>
          <p:cNvCxnSpPr>
            <a:stCxn id="7" idx="5"/>
            <a:endCxn id="8" idx="1"/>
          </p:cNvCxnSpPr>
          <p:nvPr/>
        </p:nvCxnSpPr>
        <p:spPr>
          <a:xfrm flipV="1">
            <a:off x="6614649" y="909480"/>
            <a:ext cx="963564" cy="879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7079C9-9397-E7A5-28E8-978B3C58CBF6}"/>
              </a:ext>
            </a:extLst>
          </p:cNvPr>
          <p:cNvCxnSpPr>
            <a:stCxn id="7" idx="5"/>
          </p:cNvCxnSpPr>
          <p:nvPr/>
        </p:nvCxnSpPr>
        <p:spPr>
          <a:xfrm>
            <a:off x="6614649" y="1789467"/>
            <a:ext cx="997979" cy="688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1EE1873-02C6-D65B-25C3-1D612B8CBB3F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9175954" y="909480"/>
            <a:ext cx="1113508" cy="953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DD521BC-A533-8A1E-2DAB-647D5604F5E8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9210369" y="1863218"/>
            <a:ext cx="1079093" cy="877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BADAC74-9885-38DF-54F0-134AE0C31487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 flipH="1">
            <a:off x="9141542" y="2698960"/>
            <a:ext cx="1646908" cy="889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890A074-6E5C-4529-2F1F-79676EA09416}"/>
              </a:ext>
            </a:extLst>
          </p:cNvPr>
          <p:cNvCxnSpPr>
            <a:stCxn id="12" idx="3"/>
            <a:endCxn id="11" idx="0"/>
          </p:cNvCxnSpPr>
          <p:nvPr/>
        </p:nvCxnSpPr>
        <p:spPr>
          <a:xfrm>
            <a:off x="9940412" y="3932908"/>
            <a:ext cx="1147921" cy="695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395B9E7-251E-35CE-F10C-06808B2F368B}"/>
              </a:ext>
            </a:extLst>
          </p:cNvPr>
          <p:cNvCxnSpPr>
            <a:stCxn id="10" idx="3"/>
            <a:endCxn id="11" idx="0"/>
          </p:cNvCxnSpPr>
          <p:nvPr/>
        </p:nvCxnSpPr>
        <p:spPr>
          <a:xfrm>
            <a:off x="10788450" y="2698960"/>
            <a:ext cx="299883" cy="1929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3C7BF2F-8961-C0D7-0052-6170DA3D726F}"/>
              </a:ext>
            </a:extLst>
          </p:cNvPr>
          <p:cNvCxnSpPr>
            <a:cxnSpLocks/>
            <a:stCxn id="11" idx="2"/>
            <a:endCxn id="13" idx="6"/>
          </p:cNvCxnSpPr>
          <p:nvPr/>
        </p:nvCxnSpPr>
        <p:spPr>
          <a:xfrm flipH="1">
            <a:off x="10082971" y="5317022"/>
            <a:ext cx="1005362" cy="856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822E42A-6B5C-FDDF-0463-FD61E64BE18C}"/>
              </a:ext>
            </a:extLst>
          </p:cNvPr>
          <p:cNvCxnSpPr>
            <a:stCxn id="6" idx="2"/>
            <a:endCxn id="25" idx="1"/>
          </p:cNvCxnSpPr>
          <p:nvPr/>
        </p:nvCxnSpPr>
        <p:spPr>
          <a:xfrm>
            <a:off x="3709219" y="2659624"/>
            <a:ext cx="1833716" cy="7693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7981C06-3BFC-35BE-77F9-A5E491649F04}"/>
              </a:ext>
            </a:extLst>
          </p:cNvPr>
          <p:cNvCxnSpPr>
            <a:stCxn id="25" idx="4"/>
            <a:endCxn id="9" idx="1"/>
          </p:cNvCxnSpPr>
          <p:nvPr/>
        </p:nvCxnSpPr>
        <p:spPr>
          <a:xfrm flipV="1">
            <a:off x="6041922" y="2740742"/>
            <a:ext cx="1570706" cy="11772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3F6DA03-078E-2CF4-885F-926D80DC0011}"/>
              </a:ext>
            </a:extLst>
          </p:cNvPr>
          <p:cNvCxnSpPr>
            <a:stCxn id="25" idx="4"/>
            <a:endCxn id="12" idx="1"/>
          </p:cNvCxnSpPr>
          <p:nvPr/>
        </p:nvCxnSpPr>
        <p:spPr>
          <a:xfrm>
            <a:off x="6041922" y="3917962"/>
            <a:ext cx="2300749" cy="149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6A2242F-A556-8386-2AB1-15830586CC65}"/>
              </a:ext>
            </a:extLst>
          </p:cNvPr>
          <p:cNvCxnSpPr>
            <a:cxnSpLocks/>
          </p:cNvCxnSpPr>
          <p:nvPr/>
        </p:nvCxnSpPr>
        <p:spPr>
          <a:xfrm>
            <a:off x="644012" y="3903016"/>
            <a:ext cx="68457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1CFE507-32C9-C89D-934A-2EA65EF64189}"/>
              </a:ext>
            </a:extLst>
          </p:cNvPr>
          <p:cNvCxnSpPr/>
          <p:nvPr/>
        </p:nvCxnSpPr>
        <p:spPr>
          <a:xfrm>
            <a:off x="608374" y="4453823"/>
            <a:ext cx="720212" cy="4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29E320-B2E9-C7D2-D61D-A2BD82B46D4F}"/>
              </a:ext>
            </a:extLst>
          </p:cNvPr>
          <p:cNvSpPr txBox="1"/>
          <p:nvPr/>
        </p:nvSpPr>
        <p:spPr>
          <a:xfrm>
            <a:off x="1434275" y="3771181"/>
            <a:ext cx="199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Supporting Pathways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F51D90-7E0B-258C-9B09-4B5031180186}"/>
              </a:ext>
            </a:extLst>
          </p:cNvPr>
          <p:cNvSpPr txBox="1"/>
          <p:nvPr/>
        </p:nvSpPr>
        <p:spPr>
          <a:xfrm>
            <a:off x="1382660" y="4315323"/>
            <a:ext cx="199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Pathway</a:t>
            </a:r>
          </a:p>
        </p:txBody>
      </p:sp>
    </p:spTree>
    <p:extLst>
      <p:ext uri="{BB962C8B-B14F-4D97-AF65-F5344CB8AC3E}">
        <p14:creationId xmlns:p14="http://schemas.microsoft.com/office/powerpoint/2010/main" val="2486816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A</dc:creator>
  <cp:lastModifiedBy>T A</cp:lastModifiedBy>
  <cp:revision>1</cp:revision>
  <dcterms:created xsi:type="dcterms:W3CDTF">2026-05-05T01:25:58Z</dcterms:created>
  <dcterms:modified xsi:type="dcterms:W3CDTF">2026-05-05T01:25:58Z</dcterms:modified>
</cp:coreProperties>
</file>